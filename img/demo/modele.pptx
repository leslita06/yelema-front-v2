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01667"/>
                </a:solidFill>
              </a:rPr>
              <a:t>Livrable de l’expert</a:t>
            </a:r>
          </a:p>
          <a:p>
            <a:r>
              <a:rPr sz="2000"/>
              <a:t>Fichier d’exemple du prototype Yelema. Dans l’application, c’est le vrai livrable de l’expert.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01667"/>
                </a:solidFill>
              </a:rPr>
              <a:t>Ce qui a été fait</a:t>
            </a:r>
          </a:p>
          <a:p>
            <a:r>
              <a:rPr sz="2000"/>
              <a:t>Analyse, propositions et prochaines étapes, rédigées par l’expert.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01667"/>
                </a:solidFill>
              </a:rPr>
              <a:t>Prochaines étapes</a:t>
            </a:r>
          </a:p>
          <a:p>
            <a:r>
              <a:rPr sz="2000"/>
              <a:t>Valider le livrable dans Yelema ou demander une modification.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